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1337-BEB8-67AB-07A1-13CAD44DB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E4F34-BB85-5E85-2394-7F466BC8F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C5722-524B-C497-0C65-08F29814B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B6779-8F52-1E5A-EAFB-1B47E0AE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46E7D-2425-701A-D0B6-45226243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43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7BB10-13D3-3A3F-34AC-C429E53B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F18FE-020F-BE59-9EE6-E082AF434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B9A1D-1995-4334-F6E6-D85B4D2FD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B6547-C8B0-FF85-51F3-EBA39D642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5FBA8-212D-285F-6F1E-90FE61CA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8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B8192-ADEE-9C7B-BB05-A07D320B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3068F-3065-5648-5D2B-A48E8ACB6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19C4B-68F6-92A3-CB35-A2D16E36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BC204-779F-8F26-282C-A0121E7C4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C0E01-8F3C-4FF1-BB33-B3E42572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5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3E51E-27BF-D678-F99E-B810EF4C2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A05B0-5366-F67D-73A8-55219BE86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7D0AE5-5068-782A-C79F-2986E8825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76C46-6D52-B152-2008-99DF36D75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20D13-B389-04BF-BCBA-DBE4A116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D5A2F-FAB7-235F-8A48-17724301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55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69584-98F1-B2DC-E341-56153DE74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D073FC-03BE-E3C2-305C-B2BB9566F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C659D-42CE-9590-1CC2-72E4CD88D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A9C8AF-84C8-CE0D-737B-3A80E2586C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05279F-159D-C331-107F-2C9E3A9F2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99E017-6307-AE0A-5273-08DEC024A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811D9B-BCF6-A4AF-9EC3-F76549D48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1E892B-34C8-C618-122F-CD5596B10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19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DCA8A-CF3D-EEE8-9419-A978B7CD8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01C918-B0FA-1110-1F21-B191ADE0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E266F-6B83-978A-6B61-CCD012EA3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17C7E-4553-6881-7F6E-E129AE101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53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6BA47-E94C-059E-EE5C-801132F57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5E95F-49AF-E24D-F116-1165E515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D0704-C53D-06FD-D1EB-B194194D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9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64AF-8AEF-AD2A-CD2E-54D45D3C1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B13E5-8B29-1EF6-1A7A-CBD1C53FB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A0756-B288-2BB0-01A5-463F125BA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9F7E6-E36F-EEAB-457F-35D5FA22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A724E-7B45-B316-49C1-656510C8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65600-1982-44AE-DB9B-A1670402F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2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63E7C-48E6-ED8F-3ABF-525CA973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80A62A-BA30-D197-A29C-09328ADC8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EAC35-0365-62C7-6C21-F11C84E68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F0719-25A2-1355-4E99-342F397BB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9566F-85F1-036D-43B9-6E7E8654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E99DF-4F61-2EBD-36B3-FF6A845BC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199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BD1B-F1C6-DC60-9FFA-CAC7EED1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140F7-4EA8-F751-E726-02E52E56E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D9D48-5667-8E0C-14CB-87C1CAD1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2E771-6CF1-757F-935B-C133A66F7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A6C70-E304-6B30-DA3B-A35AA3AAF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483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0164A-8191-EC3D-4719-0BB490D2E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9D0733-185A-08E4-258F-5B90214DC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362E8-BB38-872D-561F-A815C36F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8E2F4-5B7E-0687-83AB-82219C71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F1635-C952-C942-64E6-BE280320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8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E20AFE-A18A-721F-CA20-3FDE3FE2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BF614-1A82-6ECF-E1C0-CB5A81756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18F62-1299-48BE-5AE4-0E4F89FB0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47801-A232-44A9-A667-2C85238CCD02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0CFE8-1002-7A47-7F09-6C2467CA6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FF108-E03A-5E7D-38A5-343C9444B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F8E6F-4959-4A19-A9D7-1A94B8984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00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72B85-E8A4-0E49-9968-A371F2D3F0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AD911-F86C-181D-EBC1-B47418EB6C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E0E7BD6-5953-E5AC-C59F-BA7C2F9C2C06}"/>
              </a:ext>
            </a:extLst>
          </p:cNvPr>
          <p:cNvSpPr/>
          <p:nvPr/>
        </p:nvSpPr>
        <p:spPr>
          <a:xfrm>
            <a:off x="251927" y="186175"/>
            <a:ext cx="9888529" cy="655985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DC6349-DF61-0AC0-C8A6-85167ABC7376}"/>
              </a:ext>
            </a:extLst>
          </p:cNvPr>
          <p:cNvSpPr/>
          <p:nvPr/>
        </p:nvSpPr>
        <p:spPr>
          <a:xfrm>
            <a:off x="6330983" y="905068"/>
            <a:ext cx="2481942" cy="3247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297B69-1475-B7F1-F4FF-013F2AC2D409}"/>
              </a:ext>
            </a:extLst>
          </p:cNvPr>
          <p:cNvSpPr/>
          <p:nvPr/>
        </p:nvSpPr>
        <p:spPr>
          <a:xfrm>
            <a:off x="3834882" y="905069"/>
            <a:ext cx="2481942" cy="3247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651841-8124-B8AA-B11F-633F6C3F46C1}"/>
              </a:ext>
            </a:extLst>
          </p:cNvPr>
          <p:cNvSpPr/>
          <p:nvPr/>
        </p:nvSpPr>
        <p:spPr>
          <a:xfrm>
            <a:off x="1352940" y="905069"/>
            <a:ext cx="2481942" cy="32470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B691D3-F2C2-E568-4CF1-AD87B1F26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449" y="1255433"/>
            <a:ext cx="1315943" cy="2822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24C7C1-8246-9604-76C1-F3F5369E2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503" y="1271994"/>
            <a:ext cx="1315943" cy="28220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FE042E-05F1-B0AF-4D23-D7832BCDD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314" y="1255080"/>
            <a:ext cx="1315943" cy="28223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02C232-7EB1-BEF9-9A3B-10C4C148B589}"/>
              </a:ext>
            </a:extLst>
          </p:cNvPr>
          <p:cNvSpPr txBox="1"/>
          <p:nvPr/>
        </p:nvSpPr>
        <p:spPr>
          <a:xfrm>
            <a:off x="1454714" y="204229"/>
            <a:ext cx="2556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AIAlgoTradeHits.com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B91D59-4806-2C0C-5580-C249B7A2E956}"/>
              </a:ext>
            </a:extLst>
          </p:cNvPr>
          <p:cNvSpPr txBox="1"/>
          <p:nvPr/>
        </p:nvSpPr>
        <p:spPr>
          <a:xfrm>
            <a:off x="578499" y="232569"/>
            <a:ext cx="774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DFFE6E-0939-CED8-7555-BAD07AE2D9A4}"/>
              </a:ext>
            </a:extLst>
          </p:cNvPr>
          <p:cNvSpPr txBox="1"/>
          <p:nvPr/>
        </p:nvSpPr>
        <p:spPr>
          <a:xfrm>
            <a:off x="1352940" y="545221"/>
            <a:ext cx="101531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Cryptos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EE503B-6463-DB8B-6619-8FEFB830E56B}"/>
              </a:ext>
            </a:extLst>
          </p:cNvPr>
          <p:cNvSpPr txBox="1"/>
          <p:nvPr/>
        </p:nvSpPr>
        <p:spPr>
          <a:xfrm>
            <a:off x="4293275" y="513620"/>
            <a:ext cx="101531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Stocks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1B84DE-0510-5248-97DE-65A10B491A9C}"/>
              </a:ext>
            </a:extLst>
          </p:cNvPr>
          <p:cNvSpPr/>
          <p:nvPr/>
        </p:nvSpPr>
        <p:spPr>
          <a:xfrm>
            <a:off x="1352940" y="4236098"/>
            <a:ext cx="3657599" cy="13499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E9B87A-0056-AD40-F0BE-C32AAF7B124E}"/>
              </a:ext>
            </a:extLst>
          </p:cNvPr>
          <p:cNvSpPr/>
          <p:nvPr/>
        </p:nvSpPr>
        <p:spPr>
          <a:xfrm>
            <a:off x="5155326" y="4253012"/>
            <a:ext cx="3657599" cy="13499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D66EC5-8448-7C1A-D5FE-9E47CEF8E2BA}"/>
              </a:ext>
            </a:extLst>
          </p:cNvPr>
          <p:cNvSpPr txBox="1"/>
          <p:nvPr/>
        </p:nvSpPr>
        <p:spPr>
          <a:xfrm>
            <a:off x="1343014" y="4213944"/>
            <a:ext cx="2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10 Cryptos/Stocks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9F8DE5-C292-DC96-6C04-74EBC158659C}"/>
              </a:ext>
            </a:extLst>
          </p:cNvPr>
          <p:cNvSpPr txBox="1"/>
          <p:nvPr/>
        </p:nvSpPr>
        <p:spPr>
          <a:xfrm>
            <a:off x="5155326" y="4236098"/>
            <a:ext cx="2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Portfolio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7AA719-B741-95DD-4BF5-04207DAFC9E5}"/>
              </a:ext>
            </a:extLst>
          </p:cNvPr>
          <p:cNvSpPr/>
          <p:nvPr/>
        </p:nvSpPr>
        <p:spPr>
          <a:xfrm>
            <a:off x="1343014" y="5669982"/>
            <a:ext cx="3657599" cy="10018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3EBB41-5521-94DA-FDCA-B6913FF7AAD4}"/>
              </a:ext>
            </a:extLst>
          </p:cNvPr>
          <p:cNvSpPr/>
          <p:nvPr/>
        </p:nvSpPr>
        <p:spPr>
          <a:xfrm>
            <a:off x="5183318" y="5703811"/>
            <a:ext cx="3657599" cy="968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2EDBCE-3EEC-133A-FA39-15D2383F6E05}"/>
              </a:ext>
            </a:extLst>
          </p:cNvPr>
          <p:cNvSpPr txBox="1"/>
          <p:nvPr/>
        </p:nvSpPr>
        <p:spPr>
          <a:xfrm>
            <a:off x="1352940" y="5663801"/>
            <a:ext cx="2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53918C-DDBB-3BD4-F695-8557764C0AAB}"/>
              </a:ext>
            </a:extLst>
          </p:cNvPr>
          <p:cNvSpPr txBox="1"/>
          <p:nvPr/>
        </p:nvSpPr>
        <p:spPr>
          <a:xfrm>
            <a:off x="5155326" y="5703811"/>
            <a:ext cx="2819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514B78-513A-02B3-9A7E-25FE64B4C3A7}"/>
              </a:ext>
            </a:extLst>
          </p:cNvPr>
          <p:cNvSpPr txBox="1"/>
          <p:nvPr/>
        </p:nvSpPr>
        <p:spPr>
          <a:xfrm>
            <a:off x="1454714" y="4702629"/>
            <a:ext cx="3462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Display top 10 cryptos/Stocks with Current value, Number of days &gt; 10%, TP/LS values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E018D74-0840-C904-46AC-24852BD9DEAB}"/>
              </a:ext>
            </a:extLst>
          </p:cNvPr>
          <p:cNvSpPr txBox="1"/>
          <p:nvPr/>
        </p:nvSpPr>
        <p:spPr>
          <a:xfrm>
            <a:off x="5155326" y="6004882"/>
            <a:ext cx="3462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Top news for Cryptos/Stocks from CoinMarketcap.com, X.com, Specially Trump Announcements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79FC47-6878-672C-7079-A80D736270D3}"/>
              </a:ext>
            </a:extLst>
          </p:cNvPr>
          <p:cNvSpPr txBox="1"/>
          <p:nvPr/>
        </p:nvSpPr>
        <p:spPr>
          <a:xfrm>
            <a:off x="1381529" y="6004882"/>
            <a:ext cx="34625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Display user Orders with Trade, value, gain, Time since order,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1DF033-4886-1D8B-984B-E26E05889277}"/>
              </a:ext>
            </a:extLst>
          </p:cNvPr>
          <p:cNvSpPr txBox="1"/>
          <p:nvPr/>
        </p:nvSpPr>
        <p:spPr>
          <a:xfrm>
            <a:off x="5175608" y="4527856"/>
            <a:ext cx="3462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Display user portfolio cryptos/Stocks with Current value, Number of days &gt; 10%, TP/LS values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1D1888-59A0-8E64-6165-5393672D55FB}"/>
              </a:ext>
            </a:extLst>
          </p:cNvPr>
          <p:cNvSpPr/>
          <p:nvPr/>
        </p:nvSpPr>
        <p:spPr>
          <a:xfrm>
            <a:off x="391886" y="914553"/>
            <a:ext cx="914400" cy="5757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49DC1E-5CA5-0D35-0F51-06C0E6D5484A}"/>
              </a:ext>
            </a:extLst>
          </p:cNvPr>
          <p:cNvSpPr txBox="1"/>
          <p:nvPr/>
        </p:nvSpPr>
        <p:spPr>
          <a:xfrm>
            <a:off x="381958" y="914553"/>
            <a:ext cx="9709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Left Menu Bar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49DFD7-0C02-8B2C-AE42-70BD3718C6FE}"/>
              </a:ext>
            </a:extLst>
          </p:cNvPr>
          <p:cNvSpPr/>
          <p:nvPr/>
        </p:nvSpPr>
        <p:spPr>
          <a:xfrm>
            <a:off x="8917283" y="882952"/>
            <a:ext cx="1150448" cy="57572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3F6E5F-5AE5-D42F-0A09-17CBFBC559AB}"/>
              </a:ext>
            </a:extLst>
          </p:cNvPr>
          <p:cNvSpPr txBox="1"/>
          <p:nvPr/>
        </p:nvSpPr>
        <p:spPr>
          <a:xfrm>
            <a:off x="8917283" y="905068"/>
            <a:ext cx="11504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Right Menu Bar</a:t>
            </a:r>
          </a:p>
        </p:txBody>
      </p:sp>
    </p:spTree>
    <p:extLst>
      <p:ext uri="{BB962C8B-B14F-4D97-AF65-F5344CB8AC3E}">
        <p14:creationId xmlns:p14="http://schemas.microsoft.com/office/powerpoint/2010/main" val="2967327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2212</TotalTime>
  <Words>93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Irfanul Haq</dc:creator>
  <cp:lastModifiedBy>Irfanul Haq</cp:lastModifiedBy>
  <cp:revision>1</cp:revision>
  <dcterms:created xsi:type="dcterms:W3CDTF">2025-10-14T15:15:59Z</dcterms:created>
  <dcterms:modified xsi:type="dcterms:W3CDTF">2025-10-17T16:55:27Z</dcterms:modified>
</cp:coreProperties>
</file>